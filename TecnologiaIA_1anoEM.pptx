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abertura. Apresente-se e pergunte aos alunos: 'Quem aqui já usou alguma ferramenta tecnológica hoje?' Deixe alguns responderem (1-2 min). Conecte as respostas ao tema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três pilares. Faça a votação de mão levantada para engajar. Anote as respostas no quadro se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Slides 2 e 3 = resumo. Leia as estatísticas em voz alta. Use o meme para descontrair antes de entrar nos conceitos.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2-3 alunos para dizer qual linguagem escolheriam. Explique que Python é a mais indicada para iniciantes por sua sintaxe simples.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 a enquete de mão levantada para cada categoria. É normal que Canva e ChatGPT tenham mais mãos. Aproveite para apresentar Code.org como recurso gratuito.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conceito de 'alucinação de IA' (quando a IA inventa informações). Peça exemplos de quando alunos usaram IA e o resultado foi errado.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site scratch.mit.edu se tiver projetor com internet. Alunos podem se cadastrar gratuitamente. O Programaê! (programae.org.br) também é gratuito.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Leia o código em voz alta com os alunos. Explique que IF = 'SE' em português. Pergunte sobre exemplos reais de decisões condicionais.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timeline mostra evolução rápida. Pergunte: 'Vocês usam Khan Academy?' Apresente o Khanmigo como exemplo positivo de IA na educação com supervisão humana.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Dê 2 minutos para discussão em duplas, depois colete 2-3 respostas. Mencione o estudo do Fórum Econômico Mundial sobre automação de empregos.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alunos identifiquem um impacto positivo e um negativo que vivem pessoalmente. Mencione a LGPD (Lei Geral de Proteção de Dados) como conquista brasileira.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conecta tecnologia a outras disciplinas. Pergunte qual matéria os alunos mais associam a tecnologia. Destaque que programação usa MUITA matemática.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alunos copiem o mapa mental no caderno acrescentando seus próprios exemplos em cada nó. 5 minutos de atividade individual.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Atividade rápida (3 min) em duplas. Depois peça 2-3 grupos para compartilhar. Isso personaliza o aprendizado e mostra que a tecnologia está na vida deles.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energia! Desafio: quem criar um projeto no Scratch até a próxima aula ganha ponto extra. Mostre como escanear o QR code no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E3A8A">
              <a:alpha val="40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2743200"/>
            <a:ext cx="2286000" cy="2286000"/>
          </a:xfrm>
          <a:prstGeom prst="ellipse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25603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1148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1º ANO – ENSINO MÉDIO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960120"/>
            <a:ext cx="841248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FERRAMENTAS,</a:t>
            </a:r>
            <a:endParaRPr lang="en-US" sz="5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PROGRAMAÇÃO</a:t>
            </a:r>
            <a:endParaRPr lang="en-US" sz="5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 INTELIGÊNCIA</a:t>
            </a:r>
            <a:endParaRPr lang="en-US" sz="58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ARTIFICIAL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384048" y="41148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Tecnologia no cotidiano escolar: ferramentas, linguagens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 o uso responsável da IA</a:t>
            </a:r>
            <a:endParaRPr lang="en-US" sz="2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37360"/>
            <a:ext cx="914400" cy="91440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83464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 QUE VAMOS VER HOJE?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2860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3000" y="1143000"/>
            <a:ext cx="914400" cy="9144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1252728"/>
            <a:ext cx="685800" cy="6858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2004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Linguagens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65760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Python, Scratch, JavaScript e outras ferramentas que moldam o mundo digital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114800" y="1143000"/>
            <a:ext cx="914400" cy="9144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252728"/>
            <a:ext cx="685800" cy="6858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no Dia a Dia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3337560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Como a inteligência artificial está presente na escola, no celular e na vida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172200" y="10058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86600" y="1143000"/>
            <a:ext cx="914400" cy="9144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328" y="1252728"/>
            <a:ext cx="685800" cy="6858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63640" y="21945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Uso Responsável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6309360" y="274320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Limites, ética e como usar a tecnologia a seu favor sem depender cegamente dela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228600" y="4572000"/>
            <a:ext cx="8686800" cy="384048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228600" y="4572000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ATIVIDADE: Levante a mão — qual desses temas você mais usa no seu dia a dia?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NÚMEROS QUE VÃO TE SURPREENDER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2194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143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73%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2194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dos jovens BR usam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no estudo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00400" y="1005840"/>
            <a:ext cx="2651760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1143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5M+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estudantes aprendendo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programação no Brasil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651760" cy="21945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14300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2030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126480" y="2194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ano em que 85% dos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empregos usarão IA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74320" y="3383280"/>
            <a:ext cx="8595360" cy="1508760"/>
          </a:xfrm>
          <a:prstGeom prst="rect">
            <a:avLst/>
          </a:prstGeom>
          <a:solidFill>
            <a:srgbClr val="FEF3C7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56432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 MEME DA AULA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8229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"Quando o professor pede pra fazer sem IA, mas você nem sabe mais escrever à mão..." 🤣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— Mas calma: hoje você vai entender POR QUE aprender os fundamentos ainda importa!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594360"/>
            <a:ext cx="8503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LINGUAGENS DE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PROGRAMAÇÃO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4048" y="2331720"/>
            <a:ext cx="5029200" cy="109728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237744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📖 DEFINIÇÃO: Linguagem de programação é um conjunto de instruções que permite ao humano 'conversar' com o computador. Como um idioma, mas para máquinas!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84048" y="3520440"/>
            <a:ext cx="5029200" cy="132588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356616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ANALOGIA JOVEM: É tipo aprender inglês para viajar — você aprende Python ou JavaScript para 'viajar' pelo mundo digital e criar apps, games e sites!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233172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669280" y="2331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Exemplos populares: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669280" y="274320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🐍 Python – análise de dados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669280" y="320040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🌐 JavaScript – sites e apps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669280" y="365760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☕ Java – sistemas bancários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669280" y="4114800"/>
            <a:ext cx="3200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🟦 Scratch – para iniciantes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PENSA COMIGO: Se você fosse criar um app para sua escola, qual linguagem você escolheria? Por quê?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2 — FERRAMENTAS DIGITAIS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371600"/>
            <a:ext cx="777240" cy="7772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46304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0698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IDEs &amp; Editores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280160" y="1508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VS Code, Replit, Google Colab — ambientes para escrever código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96012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46320" y="1371600"/>
            <a:ext cx="777240" cy="7772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463040"/>
            <a:ext cx="640080" cy="6400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760720" y="106984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Plataformas Web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760720" y="150876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Khan Academy, Code.org, Coursera — aprender programação online grátis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22860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65760" y="3291840"/>
            <a:ext cx="777240" cy="7772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338328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9900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Generativa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1280160" y="3429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ChatGPT, Gemini, Copilot — assistentes que ajudam (e às vezes enganam!)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709160" y="2880360"/>
            <a:ext cx="41148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846320" y="3291840"/>
            <a:ext cx="777240" cy="77724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3383280"/>
            <a:ext cx="640080" cy="6400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760720" y="2990088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No-Code / Low-Code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5760720" y="342900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Canva, Wix, Notion — criar sem precisar programar do zero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ENQUETE: Qual dessas ferramentas você já usou? Levante a mão!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182880"/>
            <a:ext cx="4572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CONCEITO 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84048" y="566928"/>
            <a:ext cx="8503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IA: ALIADA OU</a:t>
            </a:r>
            <a:endParaRPr lang="en-US" sz="5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ARMACILHA?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4048" y="2286000"/>
            <a:ext cx="3840480" cy="25603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359152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✅ ALIADA quando...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78892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• Acelera pesquisas e resumos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" y="324612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• Corrige erros de código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370332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• Gera ideias criativas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16052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• Adapta linguagem e explicações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2286000"/>
            <a:ext cx="3977640" cy="2560320"/>
          </a:xfrm>
          <a:prstGeom prst="rect">
            <a:avLst/>
          </a:prstGeom>
          <a:solidFill>
            <a:srgbClr val="7F1D1D">
              <a:alpha val="7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23591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A5A5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⚠️ ARMADILHA quando...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919472" y="27889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• Inventa fatos (alucinação!)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919472" y="32461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• Você para de pensar sozinho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19472" y="37033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• Copia sem entender o conteúdo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19472" y="4160520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• Viola privacidade de dados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😅 MEME: 'Eu pedindo pra IA fazer minha redação' vs 'A IA inventando que Machado de Assis nasceu em 1650' 🤯 — SEMPRE confira as fontes!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CASO REAL 1 — SCRATCH NAS ESCOLAS BRASILEIRAS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051560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 QUE É?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0" y="14630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Scratch é uma linguagem de programação visual criada pelo MIT e traduzida para o português. Alunos arrastam blocos coloridos para criar jogos, animações e histórias interativas — sem precisar digitar código complexo.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423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3A8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🇧🇷 NO BRASIL: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828800" y="283464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Programas como o Programaê! (Fundação Telefônica Vivo) e o CIEB já levaram o Scratch para mais de 2.000 escolas públicas. Em 2023, o MEC incluiu o pensamento computacional na BNCC para o Ensino Médio.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4023360"/>
            <a:ext cx="201168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041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MIT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27432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Origem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468880" y="4023360"/>
            <a:ext cx="201168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8880" y="4041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PT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246888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Idioma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663440" y="4023360"/>
            <a:ext cx="201168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63440" y="4041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2000+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66344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Escolas BR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0" y="4023360"/>
            <a:ext cx="201168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58000" y="404164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GRÁTIS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858000" y="4434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Acesso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2880" y="484632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💬 DISCUSSÃO: Sua escola já usou Scratch? O que você criaria com ele?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CASO REAL 2 — PYTHON NO BRASIL E NO MERCADO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029200" cy="320040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0515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POR QUE PYTHON?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11480" y="1691640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Mais fácil de aprender (sintaxe em inglês simples)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11480" y="2167128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Usada na NASA, Google, Netflix e Nubank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11480" y="2642616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Linguagem nº1 em ciência de dados e IA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11480" y="3118104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Cursos gratuitos: Coursera, UFRGS, UFMG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3593592"/>
            <a:ext cx="4663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✔ Salário médio: R$ 6.000–12.000/mês para júnior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0" y="960120"/>
            <a:ext cx="3383280" cy="3200400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577840" y="10972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Olá, código Python!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577840" y="14630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= "Ana"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5778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DCF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idade = 16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577840" y="2103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idade &gt;= 16: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577840" y="2423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print("Pode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5577840" y="2743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votar!")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577840" y="31089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Saída: Pode votar!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0" y="4251960"/>
            <a:ext cx="9144000" cy="548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42519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PENSA COMIGO: O código acima usa IF (condição). Na sua vida, quais decisões do dia a dia são como um IF/ELSE?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CASO REAL 3 — IA NO COTIDIANO ESCOLAR BRASILEIRO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960120"/>
            <a:ext cx="1005840" cy="10058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875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2022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847088" y="1389888"/>
            <a:ext cx="566928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2057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148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ENEM usa IA para corrigir redações (200 mil textos/dia)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71800" y="960120"/>
            <a:ext cx="1005840" cy="10058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9875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995928" y="1389888"/>
            <a:ext cx="566928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23160" y="2057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2148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MEC lança guia de uso ético de IA nas escolas públicas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120640" y="960120"/>
            <a:ext cx="1005840" cy="10058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9875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2024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144768" y="1389888"/>
            <a:ext cx="566928" cy="7315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057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63440" y="2148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Khan Academy Brasil integra IA tutora (Khanmigo) em português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269480" y="960120"/>
            <a:ext cx="1005840" cy="100584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987552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720840" y="2057400"/>
            <a:ext cx="2011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12280" y="2148840"/>
            <a:ext cx="1828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Mais de 50 universidades BR permitem IA com citação obrigatória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74320" y="4041648"/>
            <a:ext cx="8595360" cy="822960"/>
          </a:xfrm>
          <a:prstGeom prst="rect">
            <a:avLst/>
          </a:prstGeom>
          <a:solidFill>
            <a:srgbClr val="FEF3C7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69080"/>
            <a:ext cx="8321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🤖 MEME: 'IA corrigindo minha redação do ENEM' vs 'Eu corrigindo a IA que errou o contexto da questão' 😂 — Sim, você precisa saber mais que a IA!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APLICAÇÕES — MERCADO DE TRABALHO E FUTURO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Programação + IA = as habilidades mais valorizadas do século XXI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1554480"/>
            <a:ext cx="2011680" cy="2834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69164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801368"/>
            <a:ext cx="685800" cy="6858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Dev Web/Mobile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27432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R$ 5k–15k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74320" y="3639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↑ 25%/ano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423160" y="1554480"/>
            <a:ext cx="2011680" cy="2834640"/>
          </a:xfrm>
          <a:prstGeom prst="rect">
            <a:avLst/>
          </a:prstGeom>
          <a:solidFill>
            <a:srgbClr val="1E3A8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017520" y="1691640"/>
            <a:ext cx="822960" cy="8229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528" y="1801368"/>
            <a:ext cx="685800" cy="685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46888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Cientista de Dados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46888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R$ 8k–20k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468880" y="3639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↑ 32%/ano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4617720" y="1554480"/>
            <a:ext cx="2011680" cy="28346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212080" y="1691640"/>
            <a:ext cx="822960" cy="82296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6088" y="1801368"/>
            <a:ext cx="685800" cy="685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66344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Engenheiro de IA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466344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R$ 12k–30k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4663440" y="3639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↑ 40%/ano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812280" y="1554480"/>
            <a:ext cx="2011680" cy="2834640"/>
          </a:xfrm>
          <a:prstGeom prst="rect">
            <a:avLst/>
          </a:prstGeom>
          <a:solidFill>
            <a:srgbClr val="1E3A8A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06640" y="1691640"/>
            <a:ext cx="822960" cy="82296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48" y="1801368"/>
            <a:ext cx="685800" cy="6858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858000" y="26517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UX/UI Designer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685800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R$ 4k–12k</a:t>
            </a:r>
            <a:endParaRPr lang="en-US" sz="1400" dirty="0"/>
          </a:p>
        </p:txBody>
      </p:sp>
      <p:sp>
        <p:nvSpPr>
          <p:cNvPr id="28" name="Text 22"/>
          <p:cNvSpPr/>
          <p:nvPr/>
        </p:nvSpPr>
        <p:spPr>
          <a:xfrm>
            <a:off x="6858000" y="363931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↑ 18%/ano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182880" y="4480560"/>
            <a:ext cx="8778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💬 DISCUSSÃO: Em 2030, quais profissões NÃO existirão mais? Quais surgirão? Discuta com o colega ao lado!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IMPACTOS SOCIAIS DA TECNOLOGIA — BRASIL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FC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393192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✅ IMPACTOS POSITIVOS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1148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📚 Acesso democrático ao conhecimento (YouTube, Khan Academy)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💊 IA diagnosticando doenças raras com 90% de precisão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7980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🌾 Agrotecnologia: drones e IA aumentam colheita em 30%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34198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♿ Tecnologia assistiva para pessoas com deficiência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4041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🏥 Telemedicina levando saúde para o interior do Brasil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96012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960120"/>
            <a:ext cx="3931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9601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⚠️ DESAFIOS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074920" y="15544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📵 Dependência digital e fake news em eleições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217627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🤥 Deepfakes e desinformação em redes sociais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4920" y="27980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🔒 Vazamentos de dados (Lei LGPD no Brasil)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74920" y="341985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😰 Ansiedade e cyberbullying entre adolescentes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74920" y="404164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🤖 Desemprego por automação em setores tradicionais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" y="484632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🤔 PENSA COMIGO: Qual desses impactos você vê na SUA vida hoje? Positivo ou negativo?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CONEXÕES INTERDISCIPLINARES — TECH + OUTRAS MATÉRIAS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01168" y="914400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926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Matemática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92608" y="1444752"/>
            <a:ext cx="685800" cy="6858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2704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15568" y="1408176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Algoritmos = lógica matemática. IA usa álgebra linear e estatística para 'aprender'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145536" y="914400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18688" y="96926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Biologia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236976" y="1444752"/>
            <a:ext cx="685800" cy="685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52704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059936" y="1408176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Sequenciamento de DNA com Python. IA detectando câncer de pele com precisão de médico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89904" y="914400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60A5F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163056" y="969264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História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6181344" y="1444752"/>
            <a:ext cx="685800" cy="6858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496" y="152704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04304" y="1408176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Fake news e propaganda digital têm raízes históricas. A internet mudou como memorizamos fatos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201168" y="2907792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274320" y="29626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Português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292608" y="3438144"/>
            <a:ext cx="685800" cy="68580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52044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15568" y="3401568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ChatGPT lida com linguagem natural. Escrever bem é essencial para guiar a IA corretamente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145536" y="2907792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3218688" y="29626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Geografia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3236976" y="3438144"/>
            <a:ext cx="685800" cy="6858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520440"/>
            <a:ext cx="548640" cy="5486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59936" y="3401568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Apps de mapas (Waze, Google Maps) usam algoritmos geoespaciais e dados em tempo real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089904" y="2907792"/>
            <a:ext cx="2743200" cy="1828800"/>
          </a:xfrm>
          <a:prstGeom prst="rect">
            <a:avLst/>
          </a:prstGeom>
          <a:solidFill>
            <a:srgbClr val="1E3A8A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3"/>
          <p:cNvSpPr/>
          <p:nvPr/>
        </p:nvSpPr>
        <p:spPr>
          <a:xfrm>
            <a:off x="6163056" y="2962656"/>
            <a:ext cx="2606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Filosofia</a:t>
            </a:r>
            <a:endParaRPr lang="en-US" sz="1600" dirty="0"/>
          </a:p>
        </p:txBody>
      </p:sp>
      <p:sp>
        <p:nvSpPr>
          <p:cNvPr id="31" name="Shape 24"/>
          <p:cNvSpPr/>
          <p:nvPr/>
        </p:nvSpPr>
        <p:spPr>
          <a:xfrm>
            <a:off x="6181344" y="3438144"/>
            <a:ext cx="685800" cy="6858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4496" y="3520440"/>
            <a:ext cx="548640" cy="5486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004304" y="3401568"/>
            <a:ext cx="1737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Ética em IA: quem é responsável por uma decisão feita por algoritmo? Dilema do bonde digital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0" y="4773168"/>
            <a:ext cx="9144000" cy="36576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182880" y="4773168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😂 MEME: 'Professor de Matemática: Isso não serve pra nada na vida real.' — Algoritmos de IA: *risos em Python* 🐍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MAPA MENTAL — RESUMO VISUAL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474720" y="1828800"/>
            <a:ext cx="2194560" cy="1371600"/>
          </a:xfrm>
          <a:prstGeom prst="ellipse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0" y="182880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TECH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+ IA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868680"/>
            <a:ext cx="22860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868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Linguagens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Python • JS • Scratch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0" y="868680"/>
            <a:ext cx="2286000" cy="7772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29400" y="86868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Ferramentas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IDEs • Plataformas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2286000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103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Riscos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Alucinação • Fake News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0" y="2103120"/>
            <a:ext cx="228600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29400" y="2103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Impactos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Saúde • Educação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337560"/>
            <a:ext cx="2286000" cy="777240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" y="3337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Mercado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Dev • Dados • IA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3337560"/>
            <a:ext cx="2286000" cy="7772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29400" y="333756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Ética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LGPD • Privacidade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3931920"/>
            <a:ext cx="2286000" cy="77724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0" y="39319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Uso Responsável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Citar • Verificar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560320" y="1865376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1865376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60320" y="2482596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482596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60320" y="3099816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099816"/>
            <a:ext cx="201168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3204972"/>
            <a:ext cx="0" cy="3657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LINHA DO TEMPO — TECNOLOGIA E IA NO BRASIL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82296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59152"/>
            <a:ext cx="914400" cy="64008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1994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80160" y="1097280"/>
            <a:ext cx="54864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96112"/>
            <a:ext cx="1645920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914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Internet chega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ao Brasil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51760" y="2359152"/>
            <a:ext cx="91440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23774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2010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63240" y="2999232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40280" y="3255264"/>
            <a:ext cx="1645920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0" y="32918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Smartphones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dominam o país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2359152"/>
            <a:ext cx="914400" cy="6400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3774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2018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846320" y="1097280"/>
            <a:ext cx="54864" cy="1234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23360" y="896112"/>
            <a:ext cx="1645920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914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LGPD aprovada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(Lei de Dados)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17920" y="2359152"/>
            <a:ext cx="914400" cy="64008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23774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2023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629400" y="2999232"/>
            <a:ext cx="54864" cy="100584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06440" y="3255264"/>
            <a:ext cx="1645920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329184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Boom 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ChatGPT no BR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01000" y="2359152"/>
            <a:ext cx="91440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01000" y="2377440"/>
            <a:ext cx="914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2025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412480" y="1097280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896112"/>
            <a:ext cx="1645920" cy="1051560"/>
          </a:xfrm>
          <a:prstGeom prst="rect">
            <a:avLst/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35240" y="914400"/>
            <a:ext cx="1554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IA na BNCC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 no ENEM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74320" y="4498848"/>
            <a:ext cx="8595360" cy="384048"/>
          </a:xfrm>
          <a:prstGeom prst="rect">
            <a:avLst/>
          </a:prstGeom>
          <a:solidFill>
            <a:srgbClr val="1E3A8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49884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✋ ATIVIDADE: Em duplas — acrescente 2 eventos da sua vida ligados à tecnologia nessa linha do tempo!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0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200400" cy="3200400"/>
          </a:xfrm>
          <a:prstGeom prst="ellipse">
            <a:avLst/>
          </a:prstGeom>
          <a:solidFill>
            <a:srgbClr val="1E3A8A">
              <a:alpha val="45000"/>
            </a:srgbClr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18288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PRÓXIMOS</a:t>
            </a:r>
            <a:endParaRPr lang="en-US" sz="5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PASSOS →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84048" y="1691640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709928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709928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Crie uma conta no scratch.mit.edu e faça seu 1º projeto esta semana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84048" y="2441448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459736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2459736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Explore o code.org/pt — 1 hora de código gratuita para iniciantes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84048" y="3191256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3209544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3209544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Quando usar IA: SEMPRE confira as fontes e cite corretamente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84048" y="3941064"/>
            <a:ext cx="502920" cy="502920"/>
          </a:xfrm>
          <a:prstGeom prst="ellipse">
            <a:avLst/>
          </a:prstGeom>
          <a:solidFill>
            <a:srgbClr val="FCD34D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3959352"/>
            <a:ext cx="502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060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05840" y="3959352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Pesquise o Programaê! (programae.org.br) — cursos grátis em PT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309360" y="1737360"/>
            <a:ext cx="246888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46520" y="1874520"/>
            <a:ext cx="2194560" cy="2194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19202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0" y="19202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9202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1031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58000" y="21031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228600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0" y="228600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0" y="228600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2320" y="19202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5200" y="19202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0" y="19202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32320" y="228600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15200" y="21031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21031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92240" y="25603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675120" y="25603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858000" y="25603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25603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25603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498080" y="256032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92240" y="28346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858000" y="28346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0" y="28346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283464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92240" y="310896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310896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58000" y="310896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132320" y="310896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15200" y="310896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498080" y="3108960"/>
            <a:ext cx="137160" cy="137160"/>
          </a:xfrm>
          <a:prstGeom prst="rect">
            <a:avLst/>
          </a:prstGeom>
          <a:solidFill>
            <a:srgbClr val="102060"/>
          </a:solidFill>
          <a:ln w="12700">
            <a:solidFill>
              <a:srgbClr val="10206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2519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QR Code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Recursos Extras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65760" y="4663440"/>
            <a:ext cx="57607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66344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iandra GD" pitchFamily="34" charset="0"/>
                <a:ea typeface="Maiandra GD" pitchFamily="34" charset="-122"/>
                <a:cs typeface="Maiandra GD" pitchFamily="34" charset="-120"/>
              </a:rPr>
              <a:t>🚀 'A melhor hora para aprender a programar foi ontem. A segunda melhor hora é AGORA!'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Tecnologia e Programação no Cotidiano Escolar</dc:title>
  <dc:subject>PptxGenJS Presentation</dc:subject>
  <dc:creator>PptxGenJS</dc:creator>
  <cp:lastModifiedBy>PptxGenJS</cp:lastModifiedBy>
  <cp:revision>1</cp:revision>
  <dcterms:created xsi:type="dcterms:W3CDTF">2026-03-18T12:21:35Z</dcterms:created>
  <dcterms:modified xsi:type="dcterms:W3CDTF">2026-03-18T12:21:35Z</dcterms:modified>
</cp:coreProperties>
</file>