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Pergunte: 'Qual profissão você quer ter daqui a 10 anos? Essa profissão vai existir?' Deixe 2-3 alunos responderem — sem julgamento! Isso cria curiosidade para 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enquete de mão levantada para cada um dos três temas. Anote as respostas no quadro. Use para calibrar o nível de familiaridade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números em voz alta. O meme é para descontrair antes dos conceitos. Conecte: 'Se as profissões mudaram tanto, como nos preparamos?' Isso motiva o restante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1 min para alunos pensarem em exemplos. Mencione que o Nubank vale mais que vários bancos tradicionais juntos, sem nenhuma agência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o levantamento de mãos por carreira. Anote no quadro. Destaque que todas essas carreiras existem agora no Brasil e têm demanda maior que oferta de profissionais.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brevemente os 17 ODS com ênfase no ODS 8 (trabalho digno e crescimento econômico) e ODS 9 (indústria, inovação e infraestrutura). Mencione que essas metas direcionam bilhões em investimentos globais.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Estimule o debate sobre destruição criativa — Schumpeter. Não há resposta certa: empregos de caixa diminuíram, empregos tech aumentaram. Qual o saldo líquido para a sociedade?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Eve Urban Air Mobility é uma empresa real de São José dos Campos (SP). Mostre que o Brasil não apenas consome tecnologia — ele a produz. Isso é relevante para o ODS 9 (inovação).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Brasil tem 88% de energia renovável na matriz elétrica — destaque isso! O Nordeste é líder mundial em energia eólica per capita. Isso conecta diretamente ao ODS 7 (energia acessível e limpa) e ODS 8 (trabalho digno).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2 minutos para os alunos circularem (mentalmente ou no caderno) as 3 habilidades que mais precisam desenvolver. Depois pergunte quais foram as mais citadas na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uma votação rápida: remoto / presencial / híbrido. Discuta por que cada modelo tem vantagens dependendo da área e do perfil do profissional.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cada matéria à economia digital. Pergunte qual disciplina os alunos associam menos à tecnologia e demonstre que nenhuma é irrelevante.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alunos copiem o mapa mental e acrescentem um exemplo pessoal em cada nó. 5 minutos de atividade individual silenciosa.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de 3 minutos: alunos adicionam 2 eventos pessoais (ex: 'Primeiro celular', 'Aprendi a usar IA'). Isso personaliza a linha do tempo e aumenta o engajamento.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energia! Desafio da semana: cada aluno pesquisa 1 ODS e 1 profissão associada e traz para a próxima aula. Mostre como escanear o QR code com 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3474720" cy="3474720"/>
          </a:xfrm>
          <a:prstGeom prst="ellipse">
            <a:avLst/>
          </a:prstGeom>
          <a:solidFill>
            <a:srgbClr val="1E3A8A">
              <a:alpha val="4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84048"/>
            <a:ext cx="2926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84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1º ANO — ENSINO MÉDIO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FUTURO</a:t>
            </a:r>
            <a:endParaRPr lang="en-US" sz="5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DO TRABALHO</a:t>
            </a:r>
            <a:endParaRPr lang="en-US" sz="5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JÁ CHEGOU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Transformações digitais, novas carreiras 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— o que isso tem a ver com você?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828800"/>
            <a:ext cx="914400" cy="9144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926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3 GRANDES TRANSFORMAÇÕES DO MUNDO DO TRABALHO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3856" y="1115568"/>
            <a:ext cx="914400" cy="9144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225296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" y="215798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Automação &amp; IA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8328" y="26974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Máquinas e algoritmos assumem tarefas repetitivas — liberando humanos para funções criativas e estratégicas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72968" y="96012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05656" y="1115568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1225296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64408" y="215798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Trabalho Remoto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310128" y="26974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 pandemia acelerou o home office. Hoje 40% das empresas brasileiras adotam modelos híbridos permanentes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44768" y="96012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77456" y="1115568"/>
            <a:ext cx="914400" cy="914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225296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15798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Economia Verde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281928" y="26974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+ sustentabilidade criam empregos verdes — tecnologia e meio ambiente andam juntos no século XXI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82880" y="466344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ENQUETE: Qual dessas transformações você já sente no dia a dia? Levante a mão!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 NÚMEROS: O MERCADO DE TRABALHO DIGITAL NO BRASIL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274320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97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2,9M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56032" y="2194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empregos criados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 economia verde até 2030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987552"/>
            <a:ext cx="2743200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56%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dos brasileiros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fazem trabalho remoto parcial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987552"/>
            <a:ext cx="2743200" cy="2286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0972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85M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44768" y="2194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empregos globais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transformados pela IA até 2025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401568"/>
            <a:ext cx="8595360" cy="1463040"/>
          </a:xfrm>
          <a:prstGeom prst="rect">
            <a:avLst/>
          </a:prstGeom>
          <a:solidFill>
            <a:srgbClr val="FEF9C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74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 MEME DA AULA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"Minha avó: Que curso você faz?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Eu: Ciência de Dados.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Minha avó: Mas o que é isso??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Eu: Basicamente... você lembra do Orkut? Então, agora isso vale R$15k/mês." 😅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— Moral: as profissões mudaram mais nos últimos 10 anos do que nos últimos 100!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TRANSFORMAÇÃO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DIGITAL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84048" y="2304288"/>
            <a:ext cx="502920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35000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📖 DEFINIÇÃO: Transformação digital é o processo de integrar tecnologia em TODAS as áreas de uma empresa ou setor, mudando como ela opera e entrega valor — não é só 'colocar computador'.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3493008"/>
            <a:ext cx="5029200" cy="138988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547872"/>
            <a:ext cx="48463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ANALOGIA JOVEM: É como trocar um Orkut por um Instagram — não é só a plataforma que muda, é como as pessoas se relacionam, trabalham e se comunicam! O Nubank fez isso com os bancos.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Exemplos no Brasil: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278892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💳 Nubank — banco 100% digital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328269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🛒 Mercado Livre — varejo online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377647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🚗 99/Uber — mobilidade digital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42702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🏥 Telemedicina — saúde remota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PENSA COMIGO: Qual empresa brasileira você acha que ainda NÃO se transformou digitalmente? Por quê?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2 — NOVAS CARREIRAS DIGITAIS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508760"/>
            <a:ext cx="685800" cy="6858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8191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1014984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Cientista de Dados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15568" y="14904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R$ 8k–22k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18745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Python, SQL, estatística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45536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36976" y="150876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58191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1014984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Engenheiro de IA/ML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059936" y="14904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R$ 12k–35k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059936" y="18745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Machine learning, TensorFlow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89904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81344" y="1508760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581912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4768" y="1014984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Analista de ESG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004304" y="14904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R$ 5k–15k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004304" y="18745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Sustentabilidade, dados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01168" y="28986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92608" y="3447288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2044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56032" y="295351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Dev Full-Stack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115568" y="3429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R$ 6k–18k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15568" y="381304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React, Node, AWS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3145536" y="28986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36976" y="3447288"/>
            <a:ext cx="685800" cy="6858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520440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200400" y="295351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UX/Product Designer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4059936" y="3429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R$ 5k–14k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059936" y="381304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Design thinking, Figma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089904" y="289864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81344" y="3447288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520440"/>
            <a:ext cx="548640" cy="5486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144768" y="2953512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Gestor de Comunidades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7004304" y="3429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R$ 4k–10k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7004304" y="381304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Comunicação, analytics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ENQUETE: Qual dessas carreiras mais te atrai? Levante a mão para cada uma!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E EMPREGOS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VERDES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4048" y="2304288"/>
            <a:ext cx="393192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3500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📖 ODS = Objetivos de Desenvolvimento Sustentável (ONU). São 17 metas globais para 2030: erradicar a pobreza, proteger o clima, garantir trabalho digno (ODS 8) e inovação (ODS 9).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" y="3493008"/>
            <a:ext cx="3931920" cy="138988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547872"/>
            <a:ext cx="3749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EXEMPLO: O Brasil é líder em energia renovável — 88% da matriz elétrica é limpa. Isso criou 870 mil empregos verdes só em 2023, segundo o IRENA.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81728" y="2304288"/>
            <a:ext cx="19202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81728" y="23500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81728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Trabalho Digno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84848" y="2304288"/>
            <a:ext cx="1920240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84848" y="23500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84848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Inovação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81728" y="3602736"/>
            <a:ext cx="192024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1728" y="36484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11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81728" y="41330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Cidades Sust.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84848" y="3602736"/>
            <a:ext cx="1920240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84848" y="36484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13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84848" y="41330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Clima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😎 MEME: 'Ser verde agora é lucrativo' — Engenheiro de Energias Renováveis ganha +R$12k/mês. Salvar o planeta PAGANDO bem? A conta fecha! 🌱💰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CASO REAL 1 — NUBANK: A TRANSFORMAÇÃO DO SETOR BANCÁRIO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0515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 HISTÓRIA: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46304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Fundado em 2013 em São Paulo, o Nubank nasceu com uma pergunta: por que abrir uma conta no banco é tão complicado? Hoje é o maior banco digital do mundo, com 100 milhões de clientes — sem nenhuma agência física.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39572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IMPACTO NO EMPREGO: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45920" y="2816352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Nubank emprega +10.000 pessoas — principalmente engenheiros de software, cientistas de dados e designers de produto. Eliminou empregos de caixas de banco, mas criou novas vagas muito mais qualificadas e bem remuneradas.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4187952"/>
            <a:ext cx="20116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206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100M+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74320" y="4553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clientes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487168" y="4187952"/>
            <a:ext cx="20116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87168" y="4206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487168" y="4553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fundação em SP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0016" y="4187952"/>
            <a:ext cx="20116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0016" y="4206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ZERO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700016" y="4553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agências físicas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12864" y="4187952"/>
            <a:ext cx="20116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12864" y="4206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+10k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912864" y="4553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colaboradores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4992624"/>
            <a:ext cx="9144000" cy="1554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" y="475488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💬 DISCUSSÃO: O Nubank 'destruiu' empregos bancários ou 'criou' novos empregos? O que você acha?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CASO REAL 2 — EMBRAER EVE E A MOBILIDADE AÉREA URBANA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3337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PROJETO EVE: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Embraer criou a Eve Urban Air Mobility — carros voadores elétricos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16712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Tecnologia eVTOL (decolagem vertical) para cidades congestionadas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64261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Parceria com Uber Elevate para táxis aéreos em São Paulo e RJ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11810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Meta: 100 cidades operando com carros voadores até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59359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Criará novas funções: pilotos remotos, eng. de baterias, gestores de tráfego aéreo urbano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0" y="960120"/>
            <a:ext cx="3383280" cy="3337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NOVAS PROFISSÕES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7784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geradas pela Eve: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1783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piloto_remoto: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7840" y="2029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"eVTOL Operator"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77840" y="2258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eng_baterias: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77840" y="25054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"Battery Engineer"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77840" y="27340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gestor_trafego: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77840" y="29809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"UAM Air Traffic"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77840" y="32095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analista_rota: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77840" y="3456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 Optimizer"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389120"/>
            <a:ext cx="91440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38912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PENSA COMIGO: Em 2030 você pode trabalhar como 'piloto de carro voador' sem sair de casa. Isso é bom ou ruim para as cidades? Por quê?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CASO REAL 3 — EMPREGOS VERDES: SETOR DE ENERGIAS RENOVÁVEIS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77440"/>
            <a:ext cx="91440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2005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52728" y="1097280"/>
            <a:ext cx="54864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77824"/>
            <a:ext cx="169164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9611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PROINFA: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1ª lei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energia limpa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4328" y="2377440"/>
            <a:ext cx="91440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35808" y="2999232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3273552"/>
            <a:ext cx="169164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32918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Leilões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vento 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Nordeste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07408" y="2377440"/>
            <a:ext cx="91440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18888" y="1097280"/>
            <a:ext cx="54864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877824"/>
            <a:ext cx="169164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89611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BR = 3º 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energ. solar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mundial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2377440"/>
            <a:ext cx="91440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01968" y="2999232"/>
            <a:ext cx="54864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3273552"/>
            <a:ext cx="169164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06440" y="329184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870mil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empregos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verdes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73568" y="2377440"/>
            <a:ext cx="91440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2030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385048" y="1097280"/>
            <a:ext cx="54864" cy="12618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877824"/>
            <a:ext cx="169164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896112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Meta: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2,9M empregos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verdes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443984"/>
            <a:ext cx="8595360" cy="658368"/>
          </a:xfrm>
          <a:prstGeom prst="rect">
            <a:avLst/>
          </a:prstGeom>
          <a:solidFill>
            <a:srgbClr val="FEF9C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62272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🌱 MEME: 'Enquanto uns pedem Uber, futuros engenheiros de energia renovável no Ceará ganham R$15k montando turbinas de vento.' Nordeste = capital das renováveis no BR! 💨⚡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COMO SE ADAPTAR: COMPETÊNCIAS DO FUTURO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Fórum Econômico Mundial listou as 10 habilidades mais valorizadas até 2030: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536192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5448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Pensamento crítico e analítico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90872" y="1536192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55448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0952" y="1572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Criatividade e inovação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512064" cy="51206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212848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2311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Tecnologia e literacia digital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90872" y="2194560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2212848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0952" y="22311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Resiliência e adaptabilidade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2852928"/>
            <a:ext cx="512064" cy="51206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87121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889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Colaboração e inteligência social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90872" y="2852928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2871216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0952" y="2889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Liderança e influência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" y="3511296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529584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547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Curiosidade e aprendizado contínuo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90872" y="3511296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529584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0952" y="3547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Sustentabilidade e ética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28600" y="4169664"/>
            <a:ext cx="512064" cy="51206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187952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Orientação para serviços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90872" y="4169664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4187952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0952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Raciocínio sistêmico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82803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💬 DISCUSSÃO: Você já usa alguma dessas habilidades? Qual você precisa desenvolver mais?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TRABALHO REMOTO E FUTURO DO EMPREGO NO BRASIL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🌐 OPORTUNIDADES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4048" y="1572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💼 Freelancer global: trabalhe para empresas dos EUA/Europa sem sair do Brasil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📱 Nômade digital: trabalhe de qualquer cidade ou país do mundo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8163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💰 Ganhos em dólar/euro com custo de vida em reais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34381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🎓 Cursos online gratuitos: Coursera, EdX, FIAP, SENAI-Digital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40599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🤝 Comunidades remotas: Discord, Slack, GitHub como workplace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3931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⚠️ DESAFIOS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47488" y="1572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😰 Isolamento social e saúde mental — a síndrome do home office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📡 Desigualdade digital: 30M de brasileiros sem internet de qualidade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28163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🔒 Segurança cibernética: ataques a trabalhadores remotos triplicaram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47488" y="34381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⚖️ Direitos trabalhistas ainda se adaptam ao modelo remoto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40599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🏠 Custo de infraestrutura (internet, cadeira ergonômica, computador)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89204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PENSA COMIGO: Você preferiria trabalhar remoto, presencial ou híbrido? Por quê?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TRANSFORMAÇÃO DIGITAL + SUAS MATÉRIAS DA ESCOLA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92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Matemática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" y="1444752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2704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408176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Estatística e IA: algoritmos de ML usam cálculo e álgebra para prever demanda de empregos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45536" y="914400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9692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Biologia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36976" y="144475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52704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59936" y="1408176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Biotecnologia + IA: análise genômica com machine learning cria empregos em saúde digital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914400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63056" y="9692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História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81344" y="1444752"/>
            <a:ext cx="685800" cy="6858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52704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04304" y="1408176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Revolução Industrial 4.0: contexto histórico das revoluções tecnológicas e impacto social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01168" y="2907792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74320" y="29626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Português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292608" y="3438144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204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3401568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Comunicação digital: copywriting, marketing de conteúdo e redação técnica valem R$8k/mês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45536" y="2907792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3218688" y="29626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Geografia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3236976" y="3438144"/>
            <a:ext cx="685800" cy="6858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52044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59936" y="3401568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ODS e territórios: onde nascem empregos verdes? Qual região do BR lidera renováveis?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9904" y="2907792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163056" y="29626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Filosofia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181344" y="3438144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52044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04304" y="3401568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Ética em IA: quem decide o que o algoritmo faz? Dilemas morais do trabalho automatizado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MEME: 'Professor de Redação: isso não serve pra nada.' — Copywriter digital: R$8k/mês trabalhando de casa. Português sempre foi útil — agora mais do que nunca! 📝💸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MAPA MENTAL — RESUMO VISUAL DA AULA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383280" y="1783080"/>
            <a:ext cx="2377440" cy="14173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180136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FUTURO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TRABALHO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331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22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Transform.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Digital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822960"/>
            <a:ext cx="2331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822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Novas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Carreiras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2084832"/>
            <a:ext cx="233172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0848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Empregos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Verdes/ODS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2084832"/>
            <a:ext cx="2331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0848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Trab.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Remoto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3337560"/>
            <a:ext cx="2331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3375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Habilidades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do Futuro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337560"/>
            <a:ext cx="233172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3375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Desafios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Sociais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01568" y="3840480"/>
            <a:ext cx="2331720" cy="7772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47288" y="3840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Adaptação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Profissional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60320" y="1810512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810512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450592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450592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3703320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703320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822192"/>
            <a:ext cx="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LINHA DO TEMPO — REVOLUÇÃO DIGITAL DO TRABALHO NO BRASIL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2633472"/>
            <a:ext cx="8229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77440"/>
            <a:ext cx="91440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52728" y="1097280"/>
            <a:ext cx="54864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77824"/>
            <a:ext cx="1691640" cy="1078992"/>
          </a:xfrm>
          <a:prstGeom prst="rect">
            <a:avLst/>
          </a:prstGeom>
          <a:solidFill>
            <a:srgbClr val="1E3A8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96112"/>
            <a:ext cx="1600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Nubank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fundado em SP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24328" y="2377440"/>
            <a:ext cx="91440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35808" y="2999232"/>
            <a:ext cx="5486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3273552"/>
            <a:ext cx="1691640" cy="1078992"/>
          </a:xfrm>
          <a:prstGeom prst="rect">
            <a:avLst/>
          </a:prstGeom>
          <a:solidFill>
            <a:srgbClr val="1E3A8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3291840"/>
            <a:ext cx="1600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Trabalho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remoto explode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07408" y="2377440"/>
            <a:ext cx="91440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18888" y="1097280"/>
            <a:ext cx="54864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877824"/>
            <a:ext cx="1691640" cy="1078992"/>
          </a:xfrm>
          <a:prstGeom prst="rect">
            <a:avLst/>
          </a:prstGeom>
          <a:solidFill>
            <a:srgbClr val="1E3A8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896112"/>
            <a:ext cx="1600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Pandemia: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home office massivo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90488" y="2377440"/>
            <a:ext cx="91440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01968" y="2999232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3273552"/>
            <a:ext cx="1691640" cy="1078992"/>
          </a:xfrm>
          <a:prstGeom prst="rect">
            <a:avLst/>
          </a:prstGeom>
          <a:solidFill>
            <a:srgbClr val="1E3A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291840"/>
            <a:ext cx="1600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ChatGPT muda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realidade do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trabalho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73568" y="2377440"/>
            <a:ext cx="91440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239572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2030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385048" y="1097280"/>
            <a:ext cx="54864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877824"/>
            <a:ext cx="1691640" cy="1078992"/>
          </a:xfrm>
          <a:prstGeom prst="rect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896112"/>
            <a:ext cx="1600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Meta: 2,9M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empregos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verdes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ATIVIDADE: Em duplas — acrescente 2 eventos da SUA vida nessa linha do tempo digital!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1E3A8A">
              <a:alpha val="4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82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PRÓXIMOS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PASSOS →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4048" y="1691640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70992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099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Acesse o roadmap.sh — explore carreiras tech com trilhas passo a passo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2441448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45973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Faça 1 curso gratuito: FIAP On (fiap.com.br/on) ou SENAI Digital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4048" y="3191256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20954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2095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Pesquise 1 ODS que te interessa em sdgs.un.org/pt — veja vagas associadas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3941064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9593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95935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Siga 3 profissionais da sua área de interesse no LinkedIn — aprenda grátis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1828800"/>
            <a:ext cx="21945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90195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90195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90195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0848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0848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26771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226771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226771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190195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90195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190195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226771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20848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20848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2514600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514600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2514600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2514600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60920" y="2514600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2514600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2761488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761488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78040" y="2761488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2761488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29992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29992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29992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29992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60920" y="29992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2999232"/>
            <a:ext cx="137160" cy="137160"/>
          </a:xfrm>
          <a:prstGeom prst="rect">
            <a:avLst/>
          </a:prstGeom>
          <a:solidFill>
            <a:srgbClr val="0F1F4D"/>
          </a:solidFill>
          <a:ln w="12700">
            <a:solidFill>
              <a:srgbClr val="0F1F4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QR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Recursos Extras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65760" y="4663440"/>
            <a:ext cx="5760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634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🚀 'O futuro pertence a quem aprende hoje o que ninguém aprendeu ontem!'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Transformações Digitais no Trabalho</dc:title>
  <dc:subject>PptxGenJS Presentation</dc:subject>
  <dc:creator>PptxGenJS</dc:creator>
  <cp:lastModifiedBy>PptxGenJS</cp:lastModifiedBy>
  <cp:revision>1</cp:revision>
  <dcterms:created xsi:type="dcterms:W3CDTF">2026-03-18T12:35:29Z</dcterms:created>
  <dcterms:modified xsi:type="dcterms:W3CDTF">2026-03-18T12:35:29Z</dcterms:modified>
</cp:coreProperties>
</file>