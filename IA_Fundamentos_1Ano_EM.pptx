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457200"/>
            <a:ext cx="2743200" cy="4114800"/>
          </a:xfrm>
          <a:prstGeom prst="rect">
            <a:avLst/>
          </a:prstGeom>
          <a:solidFill>
            <a:srgbClr val="11224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822960"/>
            <a:ext cx="2011680" cy="3383280"/>
          </a:xfrm>
          <a:prstGeom prst="rect">
            <a:avLst/>
          </a:prstGeom>
          <a:solidFill>
            <a:srgbClr val="0D2137"/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1097280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55280" y="1645920"/>
            <a:ext cx="164592" cy="16459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2194560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0" y="2743200"/>
            <a:ext cx="164592" cy="16459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0" y="3291840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320040"/>
            <a:ext cx="2560320" cy="365760"/>
          </a:xfrm>
          <a:prstGeom prst="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20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1º ANO DO ENSINO MÉDIO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822960"/>
            <a:ext cx="5486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INTELIGÊNCIA</a:t>
            </a:r>
            <a:endParaRPr lang="en-US" sz="5200" dirty="0"/>
          </a:p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ARTIFICIAL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365760" y="320040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Fundamentos • Comparativo Humano vs. IA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Potenciais, Riscos e Limites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65760" y="4480560"/>
            <a:ext cx="50292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46177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🤖  Aula 04 —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O QUE É INTELIGÊNCIA ARTIFICIAL?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88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" y="114300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IA é a capacidade de máquinas realizarem tarefas que normalmente exigiriam inteligência humana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" y="2057400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" y="201168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Aprende padrões a partir de grandes volumes de dados (Machine Learning)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4320" y="2926080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926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" y="288036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Pode reconhecer imagens, entender linguagem, jogar xadrez e muito mais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74320" y="3794760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3794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" y="374904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Presente no seu dia a dia: recomendações do YouTube, filtros do Instagram e GPS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760720" y="1143000"/>
            <a:ext cx="3017520" cy="10058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760720" y="11430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🧠  Machine Learning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760720" y="2377440"/>
            <a:ext cx="301752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760720" y="23774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🔗  Deep Learning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760720" y="3611880"/>
            <a:ext cx="3017520" cy="10058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760720" y="36118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✨  IA Generativa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274320" y="4617720"/>
            <a:ext cx="8595360" cy="438912"/>
          </a:xfrm>
          <a:prstGeom prst="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617720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💬  PENSA COMIGO: Cite um app no seu celular que usa IA. Como você descobriu isso?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TIPOS DE IA  —  DO MAIS SIMPLES AO MAIS COMPLEXO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2743200" cy="2286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234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IA Estreita (Fraca)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1828800"/>
            <a:ext cx="27432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920240"/>
            <a:ext cx="2743200" cy="13716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Especializada em UMA tarefa.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Ex: Alexa, GPS, ChatGPT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46120" y="1143000"/>
            <a:ext cx="2743200" cy="22860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46120" y="1234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IA Geral (Forte)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46120" y="1828800"/>
            <a:ext cx="27432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920240"/>
            <a:ext cx="2743200" cy="13716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Capaz de QUALQUER tarefa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cognitiva humana. Ainda teórica.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17920" y="1143000"/>
            <a:ext cx="2743200" cy="22860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1234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Superinteligência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17920" y="1828800"/>
            <a:ext cx="27432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920240"/>
            <a:ext cx="2743200" cy="13716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Supera humanos em TUDO.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Apenas na ficção científica!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74320" y="3566160"/>
            <a:ext cx="8595360" cy="1051560"/>
          </a:xfrm>
          <a:prstGeom prst="rect">
            <a:avLst/>
          </a:prstGeom>
          <a:solidFill>
            <a:srgbClr val="1E293B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566160"/>
            <a:ext cx="8595360" cy="10515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4B8A6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😂  MEME DA AULA:  "Minha vó acha que o Google é IA Geral... ela não está tão errada, Google sabe de TUDO!"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✋  ENQUETE: Levante a mão se você já usou o ChatGPT para fazer dever de casa!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CONCEITO 1  —  MACHINE LEARNING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5303520" cy="10972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51560"/>
            <a:ext cx="5303520" cy="109728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📖  DEFINIÇÃO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Machine Learning = a máquina aprende sozinha com DADOS, sem ser programada passo a passo.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2286000"/>
            <a:ext cx="5303520" cy="1005840"/>
          </a:xfrm>
          <a:prstGeom prst="rect">
            <a:avLst/>
          </a:prstGeom>
          <a:solidFill>
            <a:srgbClr val="6EE7B7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2286000"/>
            <a:ext cx="5303520" cy="10058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🎮  ANALOGIA: É como um jogo de videogame. Quanto mais você joga, melhor fica. A IA faz isso com milhões de exemplos!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74320" y="3429000"/>
            <a:ext cx="5303520" cy="100584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3429000"/>
            <a:ext cx="5303520" cy="10058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🇧🇷  EXEMPLO BRASILEIRO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O Nubank usa ML para analisar seu perfil e decidir seu limite de crédito — sem precisar de gerente!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852160" y="1051560"/>
            <a:ext cx="1371600" cy="11430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0" y="1051560"/>
            <a:ext cx="1371600" cy="1143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Dados de entrada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60920" y="1051560"/>
            <a:ext cx="1371600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60920" y="1051560"/>
            <a:ext cx="1371600" cy="1143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Algoritmo aprende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852160" y="2423160"/>
            <a:ext cx="1371600" cy="1143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0" y="2423160"/>
            <a:ext cx="1371600" cy="1143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Modelo pronto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60920" y="2423160"/>
            <a:ext cx="1371600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60920" y="2423160"/>
            <a:ext cx="1371600" cy="1143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4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Previsão!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4617720"/>
            <a:ext cx="8595360" cy="411480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617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🤔  PENSA COMIGO: O Spotify sabe sua música favorita sem você falar nada. Como isso é possível?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B8A6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CONCEITO 2  —  REDES NEURAIS &amp; DEEP LEARNING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502920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51560"/>
            <a:ext cx="5029200" cy="109728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📖  DEFINIÇÃO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Redes Neurais Artificiais imitam o cérebro humano: camadas de neurônios artificiais processam informações em profundidade.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2286000"/>
            <a:ext cx="50292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2286000"/>
            <a:ext cx="5029200" cy="9144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🧠  ANALOGIA: Pense nas camadas como os andares de um prédio. Cada andar entende algo mais complexo que o de baixo!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3337560"/>
            <a:ext cx="50292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3337560"/>
            <a:ext cx="5029200" cy="10058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🇧🇷  EXEMPLO BRASILEIRO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A Embraer usa Deep Learning para detectar falhas em peças de aviões — salvando vidas antes de o avião decolar!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760720" y="1188720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60720" y="2164080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60720" y="3139440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75120" y="1188720"/>
            <a:ext cx="256032" cy="25603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75120" y="1920240"/>
            <a:ext cx="256032" cy="25603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75120" y="2651760"/>
            <a:ext cx="256032" cy="25603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75120" y="3383280"/>
            <a:ext cx="256032" cy="25603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89520" y="1188720"/>
            <a:ext cx="256032" cy="256032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89520" y="1920240"/>
            <a:ext cx="256032" cy="256032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0" y="2651760"/>
            <a:ext cx="256032" cy="256032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89520" y="3383280"/>
            <a:ext cx="256032" cy="256032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12480" y="1188720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412480" y="2651760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77840" y="44348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Entrada → Camadas → Saída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4617720"/>
            <a:ext cx="859536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617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🤔  PENSA COMIGO: Quando o Face ID do iPhone te reconhece no escuro, qual tecnologia está por trás disso?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CONCEITO 3  —  IA GENERATIVA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5303520" cy="10515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51560"/>
            <a:ext cx="5303520" cy="105156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📖  DEFINIÇÃO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IA Generativa cria conteúdo NOVO: textos, imagens, músicas e vídeos. Exemplos: ChatGPT, DALL-E, Suno.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2240280"/>
            <a:ext cx="5303520" cy="914400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2240280"/>
            <a:ext cx="5303520" cy="9144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🎨  ANALOGIA: É como um artista que estudou BILHÕES de obras e agora cria algo novo misturando tudo que aprendeu.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3291840"/>
            <a:ext cx="5303520" cy="100584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3291840"/>
            <a:ext cx="5303520" cy="10058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🇧🇷  EXEMPLO: A startup brasileira Docket usa IA Generativa para redigir contratos jurídicos em segundos.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760720" y="1051560"/>
            <a:ext cx="146304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0" y="105156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ChatGPT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60920" y="1051560"/>
            <a:ext cx="1463040" cy="10058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60920" y="105156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DALL-E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760720" y="2286000"/>
            <a:ext cx="1463040" cy="10058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0" y="228600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Suno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60920" y="2286000"/>
            <a:ext cx="1463040" cy="10058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60920" y="228600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Gemini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74320" y="4434840"/>
            <a:ext cx="8595360" cy="594360"/>
          </a:xfrm>
          <a:prstGeom prst="rect">
            <a:avLst/>
          </a:prstGeom>
          <a:solidFill>
            <a:srgbClr val="EA580C">
              <a:alpha val="85000"/>
            </a:srgbClr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434840"/>
            <a:ext cx="8595360" cy="5943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😂  MEME: "Professor deu trabalho, o ChatGPT fez, e o aluno nem leu." — Spoiler: a IA erra feio quando você não revisa!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🇧🇷  CASO REAL 1  —  IA NA SAÚDE BRASILEIRA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9536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51560"/>
            <a:ext cx="8595360" cy="82296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6EE7B7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🏥  EMPRESA: Hospital Sírio-Libanês (São Paulo) — Diagnóstico de Câncer por IA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" y="2011680"/>
            <a:ext cx="859536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2011680"/>
            <a:ext cx="8595360" cy="749808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⚙️  COMO FUNCIONA:  IA analisa exames de imagem (raio-X, tomografia) e identifica tumores com até 94% de precisão — mais rápido que radiologistas humanos.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2880360"/>
            <a:ext cx="859536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880360"/>
            <a:ext cx="8595360" cy="749808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💡  IMPACTO:  Permite diagnóstico precoce do câncer, aumentando a chance de cura. Pacientes do SUS também se beneficiam do sistema.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3749040"/>
            <a:ext cx="859536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3749040"/>
            <a:ext cx="8595360" cy="749808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⚠️  LIMITAÇÃO:  A IA não substitui o médico: ela apoia a decisão. Erro de diagnóstico ainda pode acontecer se o treino foi com dados limitados.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solidFill>
            <a:srgbClr val="10B981">
              <a:alpha val="7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🤔  DEBATE: Você confiaria num diagnóstico feito por IA sem ouvir um médico humano? Por quê?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🇧🇷  CASO REAL 2  —  IA NA EDUCAÇÃO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95360" cy="777240"/>
          </a:xfrm>
          <a:prstGeom prst="rect">
            <a:avLst/>
          </a:prstGeom>
          <a:solidFill>
            <a:srgbClr val="1E3A8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51560"/>
            <a:ext cx="8595360" cy="77724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📚  EMPRESA: Duolingo — Aprendizado de Idiomas Personalizado com IA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" y="1965960"/>
            <a:ext cx="8595360" cy="74980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965960"/>
            <a:ext cx="8595360" cy="749808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⚙️  COMO FUNCIONA:  O app adapta o nível de dificuldade das lições para cada aluno, usando ML para identificar onde você erra mais e focar nessas lacunas.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2834640"/>
            <a:ext cx="859536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834640"/>
            <a:ext cx="8595360" cy="749808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🇧🇷  NO BRASIL:  O Brasil é um dos países com mais usuários do Duolingo no mundo — mais de 20 milhões de brasileiros usam o app!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3703320"/>
            <a:ext cx="8595360" cy="74980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3703320"/>
            <a:ext cx="8595360" cy="749808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🔮  FUTURO:  Professores IA poderão dar feedback individual a cada aluno em tempo real — como um tutor particular para todos.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4617720"/>
            <a:ext cx="8595360" cy="41148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617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🤔  PENSA COMIGO: Se a IA pode ensinar, qual seria o papel do professor humano no futuro?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🇧🇷  CASO REAL 3  —  IA NA SEGURANÇA PÚBLICA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9536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51560"/>
            <a:ext cx="8595360" cy="77724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🎥  SISTEMA: Câmeras com IA de reconhecimento facial — Rio de Janeiro e São Paulo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1938528"/>
            <a:ext cx="859536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938528"/>
            <a:ext cx="8595360" cy="713232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⚙️  Câmeras comparam rostos com banco de dados de pessoas procuradas — capturaram mais de 500 criminosos em SP.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2761488"/>
            <a:ext cx="859536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761488"/>
            <a:ext cx="8595360" cy="713232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⚠️  POLÊMICA: sistema já identificou erroneamente inocentes (falso positivo), especialmente pessoas negras. Problema de viés nos dados!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3584448"/>
            <a:ext cx="859536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3584448"/>
            <a:ext cx="8595360" cy="713232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🤔  DILEMA ÉTICO: Privacidade vs. Segurança. Você é monitorado nas ruas sem ter cometido crime. É justo?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4453128"/>
            <a:ext cx="859536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453128"/>
            <a:ext cx="8595360" cy="5943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59E0B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😂  MEME: "IA: Encontrei 1 criminoso. Também encontrei: 47 inocentes com cara suspeita." — Viés algorítmico é REAL!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IA  vs.  INTELIGÊNCIA HUMANA  —  QUEM GANHA?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24128"/>
            <a:ext cx="2834640" cy="512064"/>
          </a:xfrm>
          <a:prstGeom prst="rect">
            <a:avLst/>
          </a:prstGeom>
          <a:solidFill>
            <a:srgbClr val="1E3A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24128"/>
            <a:ext cx="283464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CRITÉRIO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0" y="1024128"/>
            <a:ext cx="2834640" cy="512064"/>
          </a:xfrm>
          <a:prstGeom prst="rect">
            <a:avLst/>
          </a:prstGeom>
          <a:solidFill>
            <a:srgbClr val="1E3A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1024128"/>
            <a:ext cx="283464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HUMANO 🧑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26480" y="1024128"/>
            <a:ext cx="2834640" cy="512064"/>
          </a:xfrm>
          <a:prstGeom prst="rect">
            <a:avLst/>
          </a:prstGeom>
          <a:solidFill>
            <a:srgbClr val="1E3A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0" y="1024128"/>
            <a:ext cx="283464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IA 🤖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1536192"/>
            <a:ext cx="2834640" cy="512064"/>
          </a:xfrm>
          <a:prstGeom prst="rect">
            <a:avLst/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536192"/>
            <a:ext cx="283464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Velocidade de cálculo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0" y="1536192"/>
            <a:ext cx="2834640" cy="512064"/>
          </a:xfrm>
          <a:prstGeom prst="rect">
            <a:avLst/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536192"/>
            <a:ext cx="283464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Lento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1536192"/>
            <a:ext cx="2834640" cy="512064"/>
          </a:xfrm>
          <a:prstGeom prst="rect">
            <a:avLst/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536192"/>
            <a:ext cx="283464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⚡ Bilhões/seg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2048256"/>
            <a:ext cx="28346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048256"/>
            <a:ext cx="283464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Criatividade &amp; emoção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00400" y="2048256"/>
            <a:ext cx="28346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0" y="2048256"/>
            <a:ext cx="283464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✅ Sim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26480" y="2048256"/>
            <a:ext cx="28346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2048256"/>
            <a:ext cx="283464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Simula apenas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74320" y="2560320"/>
            <a:ext cx="2834640" cy="512064"/>
          </a:xfrm>
          <a:prstGeom prst="rect">
            <a:avLst/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2560320"/>
            <a:ext cx="283464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Memória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00400" y="2560320"/>
            <a:ext cx="2834640" cy="512064"/>
          </a:xfrm>
          <a:prstGeom prst="rect">
            <a:avLst/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0" y="2560320"/>
            <a:ext cx="283464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Esquece com tempo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126480" y="2560320"/>
            <a:ext cx="2834640" cy="512064"/>
          </a:xfrm>
          <a:prstGeom prst="rect">
            <a:avLst/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2560320"/>
            <a:ext cx="283464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Perfeita (se treinada)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74320" y="3072384"/>
            <a:ext cx="28346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3072384"/>
            <a:ext cx="283464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Aprendizado em contexto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200400" y="3072384"/>
            <a:ext cx="28346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0" y="3072384"/>
            <a:ext cx="283464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✅ Rápido e flexível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126480" y="3072384"/>
            <a:ext cx="28346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0" y="3072384"/>
            <a:ext cx="283464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Precisa de muitos dados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274320" y="3584448"/>
            <a:ext cx="2834640" cy="512064"/>
          </a:xfrm>
          <a:prstGeom prst="rect">
            <a:avLst/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3584448"/>
            <a:ext cx="283464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Senso comum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200400" y="3584448"/>
            <a:ext cx="2834640" cy="512064"/>
          </a:xfrm>
          <a:prstGeom prst="rect">
            <a:avLst/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0" y="3584448"/>
            <a:ext cx="283464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✅ Intuitivo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126480" y="3584448"/>
            <a:ext cx="2834640" cy="512064"/>
          </a:xfrm>
          <a:prstGeom prst="rect">
            <a:avLst/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26480" y="3584448"/>
            <a:ext cx="283464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Fraco ainda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274320" y="4096512"/>
            <a:ext cx="28346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4096512"/>
            <a:ext cx="283464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Ética e valores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3200400" y="4096512"/>
            <a:ext cx="28346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0" y="4096512"/>
            <a:ext cx="283464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✅ Natural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126480" y="4096512"/>
            <a:ext cx="28346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26480" y="4096512"/>
            <a:ext cx="283464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Precisa ser programada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274320" y="4663440"/>
            <a:ext cx="8595360" cy="384048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466344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✋  ENQUETE: Quem você acha que vai 'ganhar'? IA ou humano? Vote levantando a mão!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✅  POTENCIAIS DA IA  —  O QUE ELA PODE FAZER BEM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9536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51560"/>
            <a:ext cx="192024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EE7B7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🏥 Saúde  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148840" y="1051560"/>
            <a:ext cx="36576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0" y="1051560"/>
            <a:ext cx="649224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Diagnósticos mais rápidos e precisos; descoberta de novos medicamentos em meses.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801368"/>
            <a:ext cx="859536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801368"/>
            <a:ext cx="192024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EE7B7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🌱 Clima  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148840" y="1801368"/>
            <a:ext cx="36576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1801368"/>
            <a:ext cx="649224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Previsão climática avançada; otimização de energia solar e eólica no Brasil.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2551176"/>
            <a:ext cx="859536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551176"/>
            <a:ext cx="192024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EE7B7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🚗 Transporte  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148840" y="2551176"/>
            <a:ext cx="36576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0" y="2551176"/>
            <a:ext cx="649224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Carros autônomos reduzem acidentes (90% causados por erro humano).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4320" y="3300984"/>
            <a:ext cx="859536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300984"/>
            <a:ext cx="192024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EE7B7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📚 Educação  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2148840" y="3300984"/>
            <a:ext cx="36576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0" y="3300984"/>
            <a:ext cx="649224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Ensino personalizado para cada aluno, respeitando seu ritmo e estilo de aprender.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74320" y="4050792"/>
            <a:ext cx="859536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050792"/>
            <a:ext cx="192024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EE7B7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🏭 Produtividade  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2148840" y="4050792"/>
            <a:ext cx="36576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0" y="4050792"/>
            <a:ext cx="649224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Automatiza tarefas repetitivas, liberando humanos para trabalho criativo e estratégico.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74320" y="4800600"/>
            <a:ext cx="8595360" cy="292608"/>
          </a:xfrm>
          <a:prstGeom prst="rect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80060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🤔  PENSA COMIGO: Qual desses potenciais te emociona mais? Por quê?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⚠️  RISCOS E LIMITES DA IA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206240" cy="12344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515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🧑‍💼  Desemprego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1417320"/>
            <a:ext cx="4206240" cy="8229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IA automatiza funções: caixa de banco, atendente de call center, operadores de fábrica.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1051560"/>
            <a:ext cx="4206240" cy="12344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09160" y="10515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🎭  Deepfakes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09160" y="1417320"/>
            <a:ext cx="4206240" cy="8229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Vídeos falsos realistas de pessoas dizendo coisas que nunca disseram. Perigo para eleições!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468880"/>
            <a:ext cx="4206240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" y="24688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🔒  Privacidade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4320" y="2834640"/>
            <a:ext cx="4206240" cy="8229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Coleta massiva de dados sem consentimento. Você sabe o que o TikTok faz com seus dados?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09160" y="2468880"/>
            <a:ext cx="4206240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09160" y="24688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⚖️  Viés &amp; Discriminação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09160" y="2834640"/>
            <a:ext cx="4206240" cy="8229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IA treinada com dados tendenciosos reproduz preconceitos — racismo, sexismo algorítmico.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4023360"/>
            <a:ext cx="8595360" cy="594360"/>
          </a:xfrm>
          <a:prstGeom prst="rect">
            <a:avLst/>
          </a:prstGeom>
          <a:solidFill>
            <a:srgbClr val="EA580C">
              <a:alpha val="85000"/>
            </a:srgbClr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023360"/>
            <a:ext cx="8595360" cy="5943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😂  MEME: "Empresa demite 200 funcionários. Contrata IA. IA falha. Empresa chama os 200 de volta como 'consultores de IA'."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4681728"/>
            <a:ext cx="8595360" cy="384048"/>
          </a:xfrm>
          <a:prstGeom prst="rect">
            <a:avLst/>
          </a:prstGeom>
          <a:solidFill>
            <a:srgbClr val="1E3A8A">
              <a:alpha val="90000"/>
            </a:srgbClr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68172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✋  DEBATE EM DUPLA: Qual risco você considera mais urgente de resolver? Justifique.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🗺️  MAPA MENTAL  —  INTELIGÊNCIA ARTIFICIAL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474720" y="2011680"/>
            <a:ext cx="2194560" cy="1097280"/>
          </a:xfrm>
          <a:prstGeom prst="ellipse">
            <a:avLst/>
          </a:prstGeom>
          <a:solidFill>
            <a:srgbClr val="0D9488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0" y="20116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IA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1737360" cy="7772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97280"/>
            <a:ext cx="173736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Machine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Learning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2834640"/>
            <a:ext cx="1737360" cy="7772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834640"/>
            <a:ext cx="173736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Redes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Neurais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0" y="1097280"/>
            <a:ext cx="1737360" cy="7772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0" y="1097280"/>
            <a:ext cx="173736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IA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Generativa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0" y="2834640"/>
            <a:ext cx="1737360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0" y="2834640"/>
            <a:ext cx="173736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Riscos &amp;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Limites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0" y="3977640"/>
            <a:ext cx="1737360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0" y="3977640"/>
            <a:ext cx="173736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Potenciais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371600" y="3977640"/>
            <a:ext cx="173736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3977640"/>
            <a:ext cx="173736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Comparativo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Humano vs IA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4681728"/>
            <a:ext cx="859536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68172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🤔  PENSA COMIGO: Qual dos nós do mapa se conecta mais com a sua vida agora mesmo?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⏱️  LINHA DO TEMPO DA IA  —  DE 1950 AO FUTURO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2651760"/>
            <a:ext cx="8412480" cy="6400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450592"/>
            <a:ext cx="228600" cy="22860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97280"/>
            <a:ext cx="1554480" cy="6400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972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1950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2834640"/>
            <a:ext cx="155448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Turing propõe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'máquinas pensantes'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51760" y="2450592"/>
            <a:ext cx="228600" cy="2286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11680" y="1097280"/>
            <a:ext cx="155448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0" y="10972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1997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011680" y="2834640"/>
            <a:ext cx="155448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Deep Blue vence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Kasparov no xadrez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89120" y="2450592"/>
            <a:ext cx="228600" cy="22860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0" y="1097280"/>
            <a:ext cx="1554480" cy="6400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49040" y="10972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2012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749040" y="2834640"/>
            <a:ext cx="155448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Deep Learning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 revoluciona IA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2450592"/>
            <a:ext cx="228600" cy="2286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0" y="1097280"/>
            <a:ext cx="1554480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0" y="10972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2022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86400" y="2834640"/>
            <a:ext cx="155448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ChatGPT lança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IA Generativa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863840" y="2450592"/>
            <a:ext cx="228600" cy="2286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23760" y="1097280"/>
            <a:ext cx="1554480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23760" y="10972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2030?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223760" y="2834640"/>
            <a:ext cx="155448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IA Geral?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Singularidade?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4617720"/>
            <a:ext cx="8595360" cy="41148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617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✋  ENQUETE: Em que ano você acha que surgirá a IA Geral? Vote: 2030 / 2040 / Nunca!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🚀  E AGORA?  PRÓXIMOS PASSOS!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32104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164592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🎓  EXPLORE: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74520" y="960120"/>
            <a:ext cx="36576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65960" y="960120"/>
            <a:ext cx="6583680" cy="71323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Acesse o Coursera ou Khan Academy — cursos gratuitos de IA em português!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1783080"/>
            <a:ext cx="832104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783080"/>
            <a:ext cx="164592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🧪  EXPERIMENTE: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874520" y="1783080"/>
            <a:ext cx="36576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65960" y="1783080"/>
            <a:ext cx="6583680" cy="71323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Use o ChatGPT, Gemini ou Copilot para resolver um problema real da sua vida.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4320" y="2606040"/>
            <a:ext cx="832104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606040"/>
            <a:ext cx="164592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🧐  QUESTIONE: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874520" y="2606040"/>
            <a:ext cx="36576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65960" y="2606040"/>
            <a:ext cx="6583680" cy="71323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Quando usar um app de IA, pergunte: Quem treinou? Com quais dados? Há viés?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74320" y="3429000"/>
            <a:ext cx="832104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429000"/>
            <a:ext cx="164592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🗣️  DEBATA: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874520" y="3429000"/>
            <a:ext cx="36576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65960" y="3429000"/>
            <a:ext cx="6583680" cy="71323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Converse com família e amigos sobre os riscos e potenciais que aprendeu hoje.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17920" y="4297680"/>
            <a:ext cx="265176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4297680"/>
            <a:ext cx="265176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📱  QR CODE: bit.ly/ia-ensino-medio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" y="4297680"/>
            <a:ext cx="576072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297680"/>
            <a:ext cx="5760720" cy="6858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59E0B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😂  "A melhor IA do mundo ainda não substituiu alunos curiosos e professores incríveis!"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Inteligência Artificial - Fundamentos, Comparativo e Impactos</dc:title>
  <dc:subject>PptxGenJS Presentation</dc:subject>
  <dc:creator>PptxGenJS</dc:creator>
  <cp:lastModifiedBy>PptxGenJS</cp:lastModifiedBy>
  <cp:revision>1</cp:revision>
  <dcterms:created xsi:type="dcterms:W3CDTF">2026-03-18T09:54:37Z</dcterms:created>
  <dcterms:modified xsi:type="dcterms:W3CDTF">2026-03-18T09:54:37Z</dcterms:modified>
</cp:coreProperties>
</file>